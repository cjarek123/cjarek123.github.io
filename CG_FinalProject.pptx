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35" r:id="rId5"/>
    <p:sldId id="336" r:id="rId6"/>
    <p:sldId id="343" r:id="rId7"/>
    <p:sldId id="346" r:id="rId8"/>
    <p:sldId id="34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920" y="1061720"/>
            <a:ext cx="5765800" cy="3056343"/>
          </a:xfrm>
        </p:spPr>
        <p:txBody>
          <a:bodyPr>
            <a:normAutofit/>
          </a:bodyPr>
          <a:lstStyle/>
          <a:p>
            <a:pPr algn="ctr"/>
            <a:r>
              <a:rPr lang="en-US" sz="3600"/>
              <a:t>CS 412/512</a:t>
            </a:r>
            <a:br>
              <a:rPr lang="en-US" sz="3600"/>
            </a:br>
            <a:r>
              <a:rPr lang="en-US" sz="3600"/>
              <a:t>Computer </a:t>
            </a:r>
            <a:r>
              <a:rPr lang="en-US" sz="3600" dirty="0"/>
              <a:t>graphics</a:t>
            </a:r>
            <a:br>
              <a:rPr lang="en-US" sz="3600" dirty="0"/>
            </a:br>
            <a:r>
              <a:rPr lang="en-US" sz="3600" dirty="0"/>
              <a:t>- final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16DBFF-B563-80B6-D664-588D535AA8A7}"/>
              </a:ext>
            </a:extLst>
          </p:cNvPr>
          <p:cNvSpPr txBox="1"/>
          <p:nvPr/>
        </p:nvSpPr>
        <p:spPr>
          <a:xfrm>
            <a:off x="7647940" y="4460240"/>
            <a:ext cx="2397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Team Members:</a:t>
            </a:r>
          </a:p>
          <a:p>
            <a:pPr algn="ctr"/>
            <a:r>
              <a:rPr lang="en-US" dirty="0"/>
              <a:t>Adrian Ruiz Vasquez</a:t>
            </a:r>
          </a:p>
          <a:p>
            <a:pPr algn="ctr"/>
            <a:r>
              <a:rPr lang="en-US" dirty="0"/>
              <a:t>Christopher Jarek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21983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4FABB57-5956-E625-D821-5683256C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913" y="2007175"/>
            <a:ext cx="3983167" cy="2836236"/>
          </a:xfrm>
          <a:prstGeom prst="rect">
            <a:avLst/>
          </a:prstGeom>
        </p:spPr>
      </p:pic>
      <p:pic>
        <p:nvPicPr>
          <p:cNvPr id="8" name="Picture 7" descr="A long shot of a fish&#10;&#10;AI-generated content may be incorrect.">
            <a:extLst>
              <a:ext uri="{FF2B5EF4-FFF2-40B4-BE49-F238E27FC236}">
                <a16:creationId xmlns:a16="http://schemas.microsoft.com/office/drawing/2014/main" id="{588460A8-9516-E9CA-A16C-E746FF1A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" y="2007178"/>
            <a:ext cx="2819572" cy="2836236"/>
          </a:xfrm>
          <a:prstGeom prst="rect">
            <a:avLst/>
          </a:prstGeom>
        </p:spPr>
      </p:pic>
      <p:sp>
        <p:nvSpPr>
          <p:cNvPr id="11" name="Plus Sign 10">
            <a:extLst>
              <a:ext uri="{FF2B5EF4-FFF2-40B4-BE49-F238E27FC236}">
                <a16:creationId xmlns:a16="http://schemas.microsoft.com/office/drawing/2014/main" id="{6DAE25AE-C718-CF56-CD6E-71F702823CCE}"/>
              </a:ext>
            </a:extLst>
          </p:cNvPr>
          <p:cNvSpPr/>
          <p:nvPr/>
        </p:nvSpPr>
        <p:spPr>
          <a:xfrm>
            <a:off x="3226752" y="2976153"/>
            <a:ext cx="762000" cy="89828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3A0C681F-0896-9FCF-BB6F-DFB996BECF63}"/>
              </a:ext>
            </a:extLst>
          </p:cNvPr>
          <p:cNvSpPr/>
          <p:nvPr/>
        </p:nvSpPr>
        <p:spPr>
          <a:xfrm>
            <a:off x="6856997" y="2976151"/>
            <a:ext cx="762000" cy="89828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4E091C-8E00-2731-CC45-C222890A133B}"/>
              </a:ext>
            </a:extLst>
          </p:cNvPr>
          <p:cNvSpPr txBox="1"/>
          <p:nvPr/>
        </p:nvSpPr>
        <p:spPr>
          <a:xfrm>
            <a:off x="4046082" y="2825130"/>
            <a:ext cx="293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Game State Machine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6C9452-9543-AC86-3FF6-E208F2D19479}"/>
              </a:ext>
            </a:extLst>
          </p:cNvPr>
          <p:cNvSpPr txBox="1"/>
          <p:nvPr/>
        </p:nvSpPr>
        <p:spPr>
          <a:xfrm>
            <a:off x="893064" y="736734"/>
            <a:ext cx="10211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Project Ideation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B01BC6-191F-DE2A-99B3-04874A6B67EB}"/>
              </a:ext>
            </a:extLst>
          </p:cNvPr>
          <p:cNvSpPr txBox="1"/>
          <p:nvPr/>
        </p:nvSpPr>
        <p:spPr>
          <a:xfrm>
            <a:off x="375920" y="4865704"/>
            <a:ext cx="281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Hierarchical 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607A21-9773-36C3-50C2-D70FC0707CD3}"/>
              </a:ext>
            </a:extLst>
          </p:cNvPr>
          <p:cNvSpPr txBox="1"/>
          <p:nvPr/>
        </p:nvSpPr>
        <p:spPr>
          <a:xfrm>
            <a:off x="7832913" y="4865704"/>
            <a:ext cx="281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Ray Tracing</a:t>
            </a:r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5013960" cy="872507"/>
          </a:xfrm>
        </p:spPr>
        <p:txBody>
          <a:bodyPr/>
          <a:lstStyle/>
          <a:p>
            <a:r>
              <a:rPr lang="en-US" dirty="0"/>
              <a:t>Development Process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 descr="A screenshot of a scoreboard&#10;&#10;AI-generated content may be incorrect.">
            <a:extLst>
              <a:ext uri="{FF2B5EF4-FFF2-40B4-BE49-F238E27FC236}">
                <a16:creationId xmlns:a16="http://schemas.microsoft.com/office/drawing/2014/main" id="{CD48B127-57EA-8D02-D38F-F80EB08E2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215" y="1893166"/>
            <a:ext cx="4870807" cy="32870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469198-EE42-3BF8-54CD-5A1F897B952E}"/>
              </a:ext>
            </a:extLst>
          </p:cNvPr>
          <p:cNvSpPr txBox="1"/>
          <p:nvPr/>
        </p:nvSpPr>
        <p:spPr>
          <a:xfrm>
            <a:off x="4836160" y="5727152"/>
            <a:ext cx="281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Added Game State</a:t>
            </a:r>
          </a:p>
        </p:txBody>
      </p:sp>
      <p:pic>
        <p:nvPicPr>
          <p:cNvPr id="16" name="image1.jpg">
            <a:extLst>
              <a:ext uri="{FF2B5EF4-FFF2-40B4-BE49-F238E27FC236}">
                <a16:creationId xmlns:a16="http://schemas.microsoft.com/office/drawing/2014/main" id="{F21461DE-4D26-0018-402E-D67588EE80F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030720" y="1212128"/>
            <a:ext cx="3261995" cy="414083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B2CF-6296-1C11-9CF7-5DD5FC22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96C87-817C-DB89-AB6A-08D15AB9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5013960" cy="872507"/>
          </a:xfrm>
        </p:spPr>
        <p:txBody>
          <a:bodyPr/>
          <a:lstStyle/>
          <a:p>
            <a:r>
              <a:rPr lang="en-US" dirty="0"/>
              <a:t>Development Process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A3503-B381-C641-05A1-590E36B0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6F345C7E-4071-EA4F-544C-CABD09AB6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13" y="2236178"/>
            <a:ext cx="3587711" cy="25803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D57E6C-81D5-00E4-8903-1D11FCE1C701}"/>
              </a:ext>
            </a:extLst>
          </p:cNvPr>
          <p:cNvSpPr txBox="1"/>
          <p:nvPr/>
        </p:nvSpPr>
        <p:spPr>
          <a:xfrm>
            <a:off x="4099268" y="5658497"/>
            <a:ext cx="347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Improved Ray Tracing Shaders, Primitive Buffering, and Entities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EFAE221-31DA-3B24-9F38-525EB3D1C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776" y="1630674"/>
            <a:ext cx="3119703" cy="3596651"/>
          </a:xfrm>
          <a:prstGeom prst="rect">
            <a:avLst/>
          </a:prstGeom>
        </p:spPr>
      </p:pic>
      <p:pic>
        <p:nvPicPr>
          <p:cNvPr id="10" name="Picture 9" descr="A blue fish silhouette&#10;&#10;AI-generated content may be incorrect.">
            <a:extLst>
              <a:ext uri="{FF2B5EF4-FFF2-40B4-BE49-F238E27FC236}">
                <a16:creationId xmlns:a16="http://schemas.microsoft.com/office/drawing/2014/main" id="{E5CAC760-1DD3-B7FF-569E-B6A5FAC2F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587" y="1009667"/>
            <a:ext cx="2086266" cy="971686"/>
          </a:xfrm>
          <a:prstGeom prst="rect">
            <a:avLst/>
          </a:prstGeom>
        </p:spPr>
      </p:pic>
      <p:pic>
        <p:nvPicPr>
          <p:cNvPr id="12" name="Picture 11" descr="A long pole with a light on it&#10;&#10;AI-generated content may be incorrect.">
            <a:extLst>
              <a:ext uri="{FF2B5EF4-FFF2-40B4-BE49-F238E27FC236}">
                <a16:creationId xmlns:a16="http://schemas.microsoft.com/office/drawing/2014/main" id="{C92288F8-582A-1784-403B-B30DD27D2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6273" y="1285239"/>
            <a:ext cx="819264" cy="2972215"/>
          </a:xfrm>
          <a:prstGeom prst="rect">
            <a:avLst/>
          </a:prstGeom>
        </p:spPr>
      </p:pic>
      <p:pic>
        <p:nvPicPr>
          <p:cNvPr id="17" name="Picture 16" descr="A green tree with a brown base&#10;&#10;AI-generated content may be incorrect.">
            <a:extLst>
              <a:ext uri="{FF2B5EF4-FFF2-40B4-BE49-F238E27FC236}">
                <a16:creationId xmlns:a16="http://schemas.microsoft.com/office/drawing/2014/main" id="{93F941A6-DA54-E614-2C3F-F5DA3F56C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3988" y="2148374"/>
            <a:ext cx="2913177" cy="1245944"/>
          </a:xfrm>
          <a:prstGeom prst="rect">
            <a:avLst/>
          </a:prstGeom>
        </p:spPr>
      </p:pic>
      <p:pic>
        <p:nvPicPr>
          <p:cNvPr id="19" name="Picture 18" descr="A close-up of a box&#10;&#10;AI-generated content may be incorrect.">
            <a:extLst>
              <a:ext uri="{FF2B5EF4-FFF2-40B4-BE49-F238E27FC236}">
                <a16:creationId xmlns:a16="http://schemas.microsoft.com/office/drawing/2014/main" id="{F93A8658-346E-B3F4-041C-39C2F9676B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4948" y="3588285"/>
            <a:ext cx="2216905" cy="1338337"/>
          </a:xfrm>
          <a:prstGeom prst="rect">
            <a:avLst/>
          </a:prstGeom>
        </p:spPr>
      </p:pic>
      <p:pic>
        <p:nvPicPr>
          <p:cNvPr id="21" name="Picture 20" descr="A blue rectangular object with a white border&#10;&#10;AI-generated content may be incorrect.">
            <a:extLst>
              <a:ext uri="{FF2B5EF4-FFF2-40B4-BE49-F238E27FC236}">
                <a16:creationId xmlns:a16="http://schemas.microsoft.com/office/drawing/2014/main" id="{E50F683F-B30A-7E05-3E92-5CA388F8312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253" r="10783"/>
          <a:stretch>
            <a:fillRect/>
          </a:stretch>
        </p:blipFill>
        <p:spPr>
          <a:xfrm>
            <a:off x="10586720" y="4436973"/>
            <a:ext cx="1320800" cy="855323"/>
          </a:xfrm>
          <a:prstGeom prst="rect">
            <a:avLst/>
          </a:prstGeom>
        </p:spPr>
      </p:pic>
      <p:pic>
        <p:nvPicPr>
          <p:cNvPr id="23" name="Picture 22" descr="A green rectangle with white background&#10;&#10;AI-generated content may be incorrect.">
            <a:extLst>
              <a:ext uri="{FF2B5EF4-FFF2-40B4-BE49-F238E27FC236}">
                <a16:creationId xmlns:a16="http://schemas.microsoft.com/office/drawing/2014/main" id="{628FEBEA-6385-9148-638D-2366E9794C2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102" r="8174"/>
          <a:stretch>
            <a:fillRect/>
          </a:stretch>
        </p:blipFill>
        <p:spPr>
          <a:xfrm>
            <a:off x="8382000" y="5453844"/>
            <a:ext cx="1635760" cy="9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18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246253"/>
            <a:ext cx="10405174" cy="597028"/>
          </a:xfrm>
        </p:spPr>
        <p:txBody>
          <a:bodyPr/>
          <a:lstStyle/>
          <a:p>
            <a:r>
              <a:rPr lang="en-US" dirty="0"/>
              <a:t>Final Design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B1430D4-0BF7-642A-B2F6-C1614C578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2" y="1116711"/>
            <a:ext cx="10405174" cy="504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230e9df3-be65-4c73-a93b-d1236ebd677e"/>
    <ds:schemaRef ds:uri="http://schemas.microsoft.com/office/2006/documentManagement/types"/>
    <ds:schemaRef ds:uri="http://purl.org/dc/dcmitype/"/>
    <ds:schemaRef ds:uri="71af3243-3dd4-4a8d-8c0d-dd76da1f02a5"/>
    <ds:schemaRef ds:uri="http://purl.org/dc/elements/1.1/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{891F2C11-78C8-4EE1-8D5F-8ECA02D519A9}TFb05bf529-a1dc-42d5-b9d6-8a1e9569dd9caf6e7d0f_win32-c3c9796a48f5</Template>
  <TotalTime>41</TotalTime>
  <Words>50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Avenir Next LT Pro Light</vt:lpstr>
      <vt:lpstr>Calibri</vt:lpstr>
      <vt:lpstr>Posterama</vt:lpstr>
      <vt:lpstr>Custom</vt:lpstr>
      <vt:lpstr>CS 412/512 Computer graphics - final project</vt:lpstr>
      <vt:lpstr> </vt:lpstr>
      <vt:lpstr>Development Process</vt:lpstr>
      <vt:lpstr>Development Process</vt:lpstr>
      <vt:lpstr>Final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Ruiz Vasquez</dc:creator>
  <cp:lastModifiedBy>Adrian Ruiz Vasquez</cp:lastModifiedBy>
  <cp:revision>2</cp:revision>
  <dcterms:created xsi:type="dcterms:W3CDTF">2025-12-10T12:03:43Z</dcterms:created>
  <dcterms:modified xsi:type="dcterms:W3CDTF">2025-12-10T12:46:26Z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